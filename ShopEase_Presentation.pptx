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ShopEase AI Customer Support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Scaling E-Commerce Support with RAG</a:t>
            </a:r>
          </a:p>
          <a:p>
            <a:r>
              <a:t>Presented by: The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in E-Commerce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Volume: Support teams are overwhelmed by repetitive questions.</a:t>
            </a:r>
          </a:p>
          <a:p>
            <a:pPr/>
            <a:r>
              <a:t>High Cost: Scaling human support linearly with business growth is expensive.</a:t>
            </a:r>
          </a:p>
          <a:p>
            <a:pPr/>
            <a:r>
              <a:t>Customer Frustration: Customers want instant answers 24/7.</a:t>
            </a:r>
          </a:p>
          <a:p>
            <a:pPr/>
            <a:r>
              <a:t>The AI Gap: Generic AI chatbots hallucinate policies and frustrate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RAG with 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Grounding in Truth (RAG): AI answers using our ingested company documents.</a:t>
            </a:r>
          </a:p>
          <a:p>
            <a:pPr/>
            <a:r>
              <a:t>Seamless Escalation (HITL): If the AI doesn't know the answer, it escalates.</a:t>
            </a:r>
          </a:p>
          <a:p>
            <a:pPr/>
            <a:r>
              <a:t>Safety Checks: Detects high-risk keywords (e.g., 'fraud', 'lawsuit').</a:t>
            </a:r>
          </a:p>
          <a:p>
            <a:pPr/>
            <a:r>
              <a:t>Agent Dashboard: Human agents get a clean dashboard with the escalated ticket.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ShopEase AI Powerful?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Knowledge Base: Easily upload PDFs, text files, and Markdown.</a:t>
            </a:r>
          </a:p>
          <a:p>
            <a:pPr/>
            <a:r>
              <a:t>Smart Intent Classification: Categorises queries before deciding how to handle them.</a:t>
            </a:r>
          </a:p>
          <a:p>
            <a:pPr/>
            <a:r>
              <a:t>Fast &amp; Local Search: Uses ChromaDB for offline vector search.</a:t>
            </a:r>
          </a:p>
          <a:p>
            <a:pPr/>
            <a:r>
              <a:t>Cost-Effective LLM: Powered by Groq for ultra-fast, low-cost AI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Robust, Full-Stack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User chats via a clean web interface.</a:t>
            </a:r>
          </a:p>
          <a:p>
            <a:pPr/>
            <a:r>
              <a:t>FastAPI Backend: Receives and processes the query.</a:t>
            </a:r>
          </a:p>
          <a:p>
            <a:pPr/>
            <a:r>
              <a:t>LangGraph State Machine: Orchestrates the AI flow.</a:t>
            </a:r>
          </a:p>
          <a:p>
            <a:pPr/>
            <a:r>
              <a:t>ChromaDB: Retrieves relevant policy documents.</a:t>
            </a:r>
          </a:p>
          <a:p>
            <a:pPr/>
            <a:r>
              <a:t>Groq (LLM): Generates the final grounded answer.</a:t>
            </a:r>
          </a:p>
          <a:p>
            <a:pPr/>
            <a:r>
              <a:t>HITL Queue: Stores unresolved queries as JSON for human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 the Hood (LangGraph State Machine)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Input: Validate and classify the user's query.</a:t>
            </a:r>
          </a:p>
          <a:p>
            <a:pPr/>
            <a:r>
              <a:t>2. Retrieval: Search the vector database for relevant policies.</a:t>
            </a:r>
          </a:p>
          <a:p>
            <a:pPr/>
            <a:r>
              <a:t>3. Router: Decide whether to generate an answer or escalate.</a:t>
            </a:r>
          </a:p>
          <a:p>
            <a:pPr/>
            <a:r>
              <a:t>4. Generate: Send the prompt and retrieved documents to the LLM.</a:t>
            </a:r>
          </a:p>
          <a:p>
            <a:pPr/>
            <a:r>
              <a:t>5. Escalate (HITL): If confidence is low, create a support ticket.</a:t>
            </a:r>
          </a:p>
          <a:p>
            <a:pPr/>
            <a:r>
              <a:t>6. Output: Return the answer with source citations.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does the AI hand off to a human?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 Keywords: Detects legal or fraud-related terms.</a:t>
            </a:r>
          </a:p>
          <a:p>
            <a:pPr/>
            <a:r>
              <a:t>Intent: Automatically escalates complaints.</a:t>
            </a:r>
          </a:p>
          <a:p>
            <a:pPr/>
            <a:r>
              <a:t>Low Confidence: If the vector database returns no relevant documents.</a:t>
            </a:r>
          </a:p>
          <a:p>
            <a:pPr/>
            <a:r>
              <a:t>LLM Admission: If the LLM generates a response saying 'I don't have enough information'.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Modern, Scalable, and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Python, FastAPI, Uvicorn</a:t>
            </a:r>
          </a:p>
          <a:p>
            <a:pPr/>
            <a:r>
              <a:t>AI Orchestration: LangGraph, LangChain</a:t>
            </a:r>
          </a:p>
          <a:p>
            <a:pPr/>
            <a:r>
              <a:t>LLM Provider: Groq (llama-3.1-8b-instant)</a:t>
            </a:r>
          </a:p>
          <a:p>
            <a:pPr/>
            <a:r>
              <a:t>Vector Database: ChromaDB</a:t>
            </a:r>
          </a:p>
          <a:p>
            <a:pPr/>
            <a:r>
              <a:t>Document Processing: PyMuPDF, Pure-NumPy TF-IDF Embedder</a:t>
            </a:r>
          </a:p>
          <a:p>
            <a:pPr/>
            <a:r>
              <a:t>Frontend: Vanilla HTML/JS/CSS (Lightweight and fast)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1: Standard policy question (handled by AI).</a:t>
            </a:r>
          </a:p>
          <a:p>
            <a:pPr/>
            <a:r>
              <a:t>Demo 2: Out-of-scope question (escalates to Agent Dashboard).</a:t>
            </a:r>
          </a:p>
          <a:p>
            <a:pPr/>
            <a:r>
              <a:t>Next Steps:</a:t>
            </a:r>
          </a:p>
          <a:p>
            <a:pPr/>
            <a:r>
              <a:t> - Integrate with real customer databases (Shopify/Magento).</a:t>
            </a:r>
          </a:p>
          <a:p>
            <a:pPr/>
            <a:r>
              <a:t> - Swap TF-IDF for advanced Neural Embeddings.</a:t>
            </a:r>
          </a:p>
          <a:p>
            <a:pPr/>
            <a:r>
              <a:t> - Deploy to production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